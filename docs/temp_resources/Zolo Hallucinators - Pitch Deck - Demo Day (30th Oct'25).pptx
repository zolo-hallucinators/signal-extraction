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e7f9387c8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e7f9387c8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e7f9387c8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e7f9387c8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55675" y="94650"/>
            <a:ext cx="85206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0000"/>
                </a:solidFill>
              </a:rPr>
              <a:t>Markets react faster than humans can process.</a:t>
            </a:r>
            <a:endParaRPr b="1" sz="2800">
              <a:solidFill>
                <a:srgbClr val="FF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6250"/>
            <a:ext cx="9144003" cy="487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774" y="123400"/>
            <a:ext cx="6255075" cy="430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0312" y="2571750"/>
            <a:ext cx="5972900" cy="257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6075" y="123401"/>
            <a:ext cx="3130925" cy="244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0875" y="3417780"/>
            <a:ext cx="5139026" cy="163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72125" y="610775"/>
            <a:ext cx="3918674" cy="2644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1098175"/>
            <a:ext cx="3314700" cy="37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10200" y="0"/>
            <a:ext cx="4113600" cy="10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500">
                <a:solidFill>
                  <a:schemeClr val="dk1"/>
                </a:solidFill>
              </a:rPr>
              <a:t>Traditional Price Prediction → Based only on data</a:t>
            </a:r>
            <a:br>
              <a:rPr b="1" lang="en-GB" sz="1400">
                <a:solidFill>
                  <a:srgbClr val="0000FF"/>
                </a:solidFill>
              </a:rPr>
            </a:br>
            <a:r>
              <a:rPr b="1" lang="en-GB" sz="1400">
                <a:solidFill>
                  <a:srgbClr val="FF0000"/>
                </a:solidFill>
              </a:rPr>
              <a:t>Missing: Sentiment-driven market behavior</a:t>
            </a:r>
            <a:endParaRPr b="1" sz="1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52825"/>
            <a:ext cx="8520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3513"/>
              <a:buNone/>
            </a:pPr>
            <a:r>
              <a:rPr lang="en-GB" sz="1850"/>
              <a:t> </a:t>
            </a:r>
            <a:r>
              <a:rPr b="1" lang="en-GB" sz="1850">
                <a:solidFill>
                  <a:srgbClr val="4A86E8"/>
                </a:solidFill>
              </a:rPr>
              <a:t>History Data 📈</a:t>
            </a:r>
            <a:r>
              <a:rPr b="1" lang="en-GB" sz="1850"/>
              <a:t> + </a:t>
            </a:r>
            <a:r>
              <a:rPr b="1" lang="en-GB" sz="1850">
                <a:solidFill>
                  <a:srgbClr val="CC0000"/>
                </a:solidFill>
              </a:rPr>
              <a:t>News &amp; Articles</a:t>
            </a:r>
            <a:r>
              <a:rPr b="1" lang="en-GB" sz="1850"/>
              <a:t> 📰 → </a:t>
            </a:r>
            <a:r>
              <a:rPr b="1" lang="en-GB" sz="1850">
                <a:solidFill>
                  <a:srgbClr val="4A86E8"/>
                </a:solidFill>
              </a:rPr>
              <a:t>Price Prediction</a:t>
            </a:r>
            <a:r>
              <a:rPr b="1" lang="en-GB" sz="1850"/>
              <a:t> + </a:t>
            </a:r>
            <a:r>
              <a:rPr b="1" lang="en-GB" sz="1850">
                <a:solidFill>
                  <a:srgbClr val="CC0000"/>
                </a:solidFill>
              </a:rPr>
              <a:t>Sentiment Analysis </a:t>
            </a:r>
            <a:r>
              <a:rPr b="1" lang="en-GB" sz="1850"/>
              <a:t>→</a:t>
            </a:r>
            <a:br>
              <a:rPr b="1" lang="en-GB" sz="2120"/>
            </a:br>
            <a:r>
              <a:rPr lang="en-GB" sz="2120"/>
              <a:t>                         		</a:t>
            </a:r>
            <a:r>
              <a:rPr b="1" lang="en-GB">
                <a:solidFill>
                  <a:srgbClr val="6AA84F"/>
                </a:solidFill>
              </a:rPr>
              <a:t>Smarter Prediction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06" y="1152475"/>
            <a:ext cx="3277326" cy="234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850" y="1367126"/>
            <a:ext cx="4143374" cy="200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9500" y="2363300"/>
            <a:ext cx="5623677" cy="192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55675" y="3115025"/>
            <a:ext cx="4745399" cy="221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